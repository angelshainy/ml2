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GEL SHAINY" userId="e6a3b8083f500f78" providerId="LiveId" clId="{771502ED-7D16-4111-8FBF-47A9BEE9C5D3}"/>
    <pc:docChg chg="undo custSel addSld modSld">
      <pc:chgData name="SANGEL SHAINY" userId="e6a3b8083f500f78" providerId="LiveId" clId="{771502ED-7D16-4111-8FBF-47A9BEE9C5D3}" dt="2026-07-16T06:00:29.848" v="485" actId="14100"/>
      <pc:docMkLst>
        <pc:docMk/>
      </pc:docMkLst>
      <pc:sldChg chg="modSp mod">
        <pc:chgData name="SANGEL SHAINY" userId="e6a3b8083f500f78" providerId="LiveId" clId="{771502ED-7D16-4111-8FBF-47A9BEE9C5D3}" dt="2026-07-16T06:00:29.848" v="485" actId="14100"/>
        <pc:sldMkLst>
          <pc:docMk/>
          <pc:sldMk cId="0" sldId="256"/>
        </pc:sldMkLst>
        <pc:spChg chg="mod">
          <ac:chgData name="SANGEL SHAINY" userId="e6a3b8083f500f78" providerId="LiveId" clId="{771502ED-7D16-4111-8FBF-47A9BEE9C5D3}" dt="2026-07-16T06:00:29.848" v="485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NGEL SHAINY" userId="e6a3b8083f500f78" providerId="LiveId" clId="{771502ED-7D16-4111-8FBF-47A9BEE9C5D3}" dt="2026-07-16T06:00:23.221" v="484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58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2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6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67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93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993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60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15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3A1C593-65D0-4073-BCC9-577B9352EA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41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52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2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056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45734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Product Demand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THE PROJECT IS TO PREDICT THE PRODUCT DEMAND BASED ON OTHER FEATURES. THIS HELP BUSINESS OPTIMIZE INVENTORY AND TO REDUCE STOCK SHORTAGES OR OVERSTOCK SITUATIONS.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companies</a:t>
            </a:r>
          </a:p>
          <a:p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</a:t>
            </a:r>
          </a:p>
          <a:p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managers</a:t>
            </a:r>
          </a:p>
          <a:p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managers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TARGET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- Type of product                                      Region - Geographical area</a:t>
            </a:r>
          </a:p>
          <a:p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- </a:t>
            </a:r>
            <a:r>
              <a:rPr lang="en-US" alt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Avaliable</a:t>
            </a: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stock                                      Sales - Previous sales</a:t>
            </a:r>
          </a:p>
          <a:p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- No of orders                                               Price - Product price</a:t>
            </a:r>
          </a:p>
          <a:p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- Discount offered                                     Weather - Weather condition</a:t>
            </a:r>
          </a:p>
          <a:p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 - Marketing promotion                           Competitor Price - </a:t>
            </a: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Competitor Product price</a:t>
            </a:r>
          </a:p>
          <a:p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Seasonality - Seasonal Impact</a:t>
            </a:r>
          </a:p>
          <a:p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- Demand</a:t>
            </a:r>
          </a:p>
          <a:p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preprocessing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and training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and hyperparameter tuning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of the final model</a:t>
            </a:r>
          </a:p>
          <a:p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(X and 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I separated the independent variables (X) and the target variable (Y).</a:t>
            </a:r>
          </a:p>
          <a:p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df.drop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(columns=['Demand'])</a:t>
            </a:r>
          </a:p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['Demand']</a:t>
            </a:r>
          </a:p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input features</a:t>
            </a:r>
          </a:p>
          <a:p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demand value we want to predict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columns contain categorical data, so machine learning models cannot understand them directly.</a:t>
            </a:r>
          </a:p>
          <a:p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I used Label Encoding to convert text into numbers.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categorical variables </a:t>
            </a:r>
            <a:r>
              <a:rPr lang="en-US" altLang="en-GB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Category, Region, Weather, Seasonality, and Promotion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converted into numerical values using Label Encoding.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different features have different ranges, I used </a:t>
            </a:r>
            <a:r>
              <a:rPr lang="en-US" alt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normalize the data.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 to 500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to 50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makes all features comparable for the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split into training and testing data.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data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Testing data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r>
              <a:rPr lang="en-US" alt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=0.2)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train model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data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evaluate model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dirty="0"/>
              <a:t>Model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Tx/>
              <a:buChar char="-"/>
            </a:pPr>
            <a:r>
              <a:rPr lang="en-US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sklearn.metrics</a:t>
            </a:r>
            <a:r>
              <a:rPr lang="en-US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r2_score, </a:t>
            </a:r>
            <a:r>
              <a:rPr lang="en-US" alt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mean_squared_error</a:t>
            </a:r>
            <a:r>
              <a:rPr lang="en-US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mean_absolute_error</a:t>
            </a:r>
            <a:endParaRPr lang="en-US" alt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r2_score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measures how well the model explains the data</a:t>
            </a: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mean_squared_error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measures squared difference between actual and predicted values</a:t>
            </a: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mean_absolute_error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calculates average absolute error</a:t>
            </a:r>
          </a:p>
          <a:p>
            <a:pPr>
              <a:buFontTx/>
              <a:buChar char="-"/>
            </a:pPr>
            <a:r>
              <a:rPr lang="en-US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evaluate_model</a:t>
            </a:r>
            <a:r>
              <a:rPr lang="en-US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(model, name, </a:t>
            </a:r>
            <a:r>
              <a:rPr lang="en-US" alt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>
              <a:buFontTx/>
              <a:buChar char="-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takes the trained model along with training and testing data to evaluate model performance.</a:t>
            </a:r>
          </a:p>
          <a:p>
            <a:pPr>
              <a:buFontTx/>
              <a:buChar char="-"/>
            </a:pPr>
            <a:r>
              <a:rPr lang="fr-FR" alt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fr-FR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alt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fr-FR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alt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fr-FR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Tx/>
              <a:buChar char="-"/>
            </a:pPr>
            <a:r>
              <a:rPr lang="en-US" dirty="0"/>
              <a:t>Here the model is trained using training dataset.</a:t>
            </a:r>
            <a:endParaRPr lang="en-GB" altLang="en-US" sz="1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A241F-F180-3220-DFF1-8A0117304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5739"/>
            <a:ext cx="10515600" cy="528122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fr-FR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train_r2 = </a:t>
            </a:r>
            <a:r>
              <a:rPr lang="fr-FR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fr-FR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fr-FR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fr-FR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Tx/>
              <a:buChar char="-"/>
            </a:pPr>
            <a:r>
              <a:rPr lang="en-US" dirty="0"/>
              <a:t>This shows how well the model learned from training data.</a:t>
            </a:r>
          </a:p>
          <a:p>
            <a:pPr>
              <a:buFontTx/>
              <a:buChar char="-"/>
            </a:pP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Tx/>
              <a:buChar char="-"/>
            </a:pPr>
            <a:r>
              <a:rPr lang="en-US" dirty="0"/>
              <a:t>We use the trained model to make predictions on test data.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test_r2 = r2_score(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Tx/>
              <a:buChar char="-"/>
            </a:pP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mean_squared_error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Tx/>
              <a:buChar char="-"/>
            </a:pP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np.sqrt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Tx/>
              <a:buChar char="-"/>
            </a:pP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mean_absolute_error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Tx/>
              <a:buChar char="-"/>
            </a:pPr>
            <a:r>
              <a:rPr lang="en-US" dirty="0"/>
              <a:t>These metrics help us understand how accurate the model predictions are</a:t>
            </a:r>
          </a:p>
        </p:txBody>
      </p:sp>
    </p:spTree>
    <p:extLst>
      <p:ext uri="{BB962C8B-B14F-4D97-AF65-F5344CB8AC3E}">
        <p14:creationId xmlns:p14="http://schemas.microsoft.com/office/powerpoint/2010/main" val="2058161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F03D8-2BF8-ED47-E9EF-FEBE9D532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2D228-6A9D-4D59-A4A8-35E615CED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5739"/>
            <a:ext cx="10515600" cy="528122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results.append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({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"Model": name,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"Train R2": round(train_r2, 4),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"Test R2": round(test_r2, 4),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"MSE": round(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2),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"RMSE": round(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2),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"MAE": round(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2)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All evaluation results are stored in a structured format for comparison.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575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F1A12-7490-5098-EED1-7679CE2A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4085688" cy="742810"/>
          </a:xfrm>
        </p:spPr>
        <p:txBody>
          <a:bodyPr>
            <a:normAutofit fontScale="90000"/>
          </a:bodyPr>
          <a:lstStyle/>
          <a:p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6DC64-A7C2-AFE5-5AF3-477184206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819470"/>
            <a:ext cx="7729728" cy="3920558"/>
          </a:xfrm>
        </p:spPr>
        <p:txBody>
          <a:bodyPr/>
          <a:lstStyle/>
          <a:p>
            <a:r>
              <a:rPr lang="en-US" dirty="0"/>
              <a:t>Linear Regression, Random Forest, and Gradient Boosting performed the best with high R² and low error values.</a:t>
            </a:r>
          </a:p>
          <a:p>
            <a:r>
              <a:rPr lang="en-US" dirty="0"/>
              <a:t>Decision Tree shows perfect training score (R² = 1), which indicates overfitting</a:t>
            </a:r>
          </a:p>
          <a:p>
            <a:r>
              <a:rPr lang="en-US" dirty="0"/>
              <a:t>KNN performed the worst with higher error values.</a:t>
            </a:r>
          </a:p>
          <a:p>
            <a:r>
              <a:rPr lang="en-US" dirty="0"/>
              <a:t>Based on test performance, Gradient Boosting / Linear Regression can be considered the best model for this dataset.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01D82-2216-9633-D71C-83FDD7E9F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281" y="4010111"/>
            <a:ext cx="5430008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97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CCBC-6714-6D0D-8DF5-6BF671DA1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8490-3FC7-B149-C5CC-DEC793F2B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55" y="964692"/>
            <a:ext cx="5971591" cy="836116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94A29-3FEA-27A5-45DB-9BAAFF40C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8171" y="2080728"/>
            <a:ext cx="8262693" cy="36593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model evaluation approach provides a clear and consistent way to measure performance using key metrics like R², MSE, RMSE, and MAE. It allows us to efficiently compare multiple models and make data-driven decisions to select the best one. This not only improves accuracy but also makes the overall machine learning workflow more structured and reliable.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777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42515-43B8-997C-0F35-8C786E928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E2A6-1AA5-3264-B6DA-55ED549D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55" y="964692"/>
            <a:ext cx="8360229" cy="4615014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00082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280</TotalTime>
  <Words>780</Words>
  <Application>Microsoft Office PowerPoint</Application>
  <PresentationFormat>Widescreen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Gill Sans MT</vt:lpstr>
      <vt:lpstr>Times New Roman</vt:lpstr>
      <vt:lpstr>Parcel</vt:lpstr>
      <vt:lpstr>Retail Product Demand Prediction Using Machine Learning</vt:lpstr>
      <vt:lpstr>OBJECTIVE</vt:lpstr>
      <vt:lpstr>TARGET AUDIENCE</vt:lpstr>
      <vt:lpstr>FEATURES AND TARGET VARIABLE</vt:lpstr>
      <vt:lpstr>Steps </vt:lpstr>
      <vt:lpstr>Feature Selection (X and Y)</vt:lpstr>
      <vt:lpstr> Data Encoding</vt:lpstr>
      <vt:lpstr> Feature Scaling</vt:lpstr>
      <vt:lpstr>Train Test Split</vt:lpstr>
      <vt:lpstr>Model implementation</vt:lpstr>
      <vt:lpstr>PowerPoint Presentation</vt:lpstr>
      <vt:lpstr>PowerPoint Presentation</vt:lpstr>
      <vt:lpstr>Key insights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DELL</dc:creator>
  <cp:lastModifiedBy>SANGEL SHAINY</cp:lastModifiedBy>
  <cp:revision>4</cp:revision>
  <dcterms:created xsi:type="dcterms:W3CDTF">2025-07-23T00:59:00Z</dcterms:created>
  <dcterms:modified xsi:type="dcterms:W3CDTF">2026-07-16T06:02:13Z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6EFDBA1546634427B02A97C77A6DF4BD_11</vt:lpwstr>
  </property>
  <property fmtid="{D5CDD505-2E9C-101B-9397-08002B2CF9AE}" pid="3" name="KSOProductBuildVer">
    <vt:lpwstr>2057-12.2.0.23197</vt:lpwstr>
  </property>
</Properties>
</file>